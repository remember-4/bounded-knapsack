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1" r:id="rId4"/>
    <p:sldId id="257" r:id="rId5"/>
    <p:sldId id="259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Bounded Knapsack Problem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Kehan Zhu</a:t>
            </a:r>
            <a:endParaRPr lang="en-US" altLang="zh-CN"/>
          </a:p>
          <a:p>
            <a:r>
              <a:rPr lang="en-US" altLang="zh-CN"/>
              <a:t>Ruiqi Tian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N types of item.</a:t>
            </a:r>
            <a:endParaRPr lang="en-US" altLang="zh-CN"/>
          </a:p>
          <a:p>
            <a:r>
              <a:rPr lang="en-US" altLang="zh-CN"/>
              <a:t>V is max volume of knapsack.</a:t>
            </a:r>
            <a:endParaRPr lang="en-US" altLang="zh-CN"/>
          </a:p>
          <a:p>
            <a:r>
              <a:rPr lang="en-US" altLang="zh-CN"/>
              <a:t>for every item:</a:t>
            </a:r>
            <a:endParaRPr lang="en-US" altLang="zh-CN"/>
          </a:p>
          <a:p>
            <a:pPr lvl="1"/>
            <a:r>
              <a:rPr lang="en-US" altLang="zh-CN"/>
              <a:t>w: weight</a:t>
            </a:r>
            <a:endParaRPr lang="en-US" altLang="zh-CN"/>
          </a:p>
          <a:p>
            <a:pPr lvl="1"/>
            <a:r>
              <a:rPr lang="en-US" altLang="zh-CN"/>
              <a:t>v: value</a:t>
            </a:r>
            <a:endParaRPr lang="en-US" altLang="zh-CN"/>
          </a:p>
          <a:p>
            <a:pPr lvl="1"/>
            <a:r>
              <a:rPr lang="en-US" altLang="zh-CN"/>
              <a:t>c: count limit</a:t>
            </a:r>
            <a:endParaRPr lang="en-US" altLang="zh-CN"/>
          </a:p>
          <a:p>
            <a:pPr marL="228600" lvl="0" indent="-228600">
              <a:buFont typeface="Arial" panose="020B0604020202020204" pitchFamily="34" charset="0"/>
              <a:buChar char="●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The goal of the bounded knapsack problem is to maximize the total value subject to a capacity constraint, where each item type has a limited quantity.</a:t>
            </a:r>
            <a:endParaRPr lang="en-US" altLang="zh-C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Method 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dp[i][j]=max(dp[i][j],dp[i-1][j-k*arr[i].w]+k*arr[i].v)</a:t>
            </a:r>
            <a:endParaRPr lang="en-US" altLang="zh-CN"/>
          </a:p>
          <a:p>
            <a:r>
              <a:rPr lang="en-US" altLang="zh-CN"/>
              <a:t>Time Complexity:O(N*V*∑C)</a:t>
            </a:r>
            <a:endParaRPr lang="en-US" altLang="zh-CN"/>
          </a:p>
          <a:p>
            <a:r>
              <a:rPr lang="en-US" altLang="zh-CN"/>
              <a:t>Space Complexity:O(N*V)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Method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dp[j]=max(dp[j],dp[j-w]+v)</a:t>
            </a:r>
            <a:endParaRPr lang="en-US" altLang="zh-CN"/>
          </a:p>
          <a:p>
            <a:r>
              <a:rPr lang="en-US" altLang="zh-CN"/>
              <a:t>Time Complexity:O(N*V*∑C)</a:t>
            </a:r>
            <a:endParaRPr lang="en-US" altLang="zh-CN"/>
          </a:p>
          <a:p>
            <a:r>
              <a:rPr lang="en-US" altLang="zh-CN"/>
              <a:t>Space Complexity:O(V)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Method 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Based on method 2, use binary decomposition</a:t>
            </a:r>
            <a:endParaRPr lang="en-US" altLang="zh-CN"/>
          </a:p>
          <a:p>
            <a:r>
              <a:rPr lang="en-US" altLang="zh-CN"/>
              <a:t>c=2^0+2^1+...+2^k+rest</a:t>
            </a:r>
            <a:endParaRPr lang="en-US" altLang="zh-CN"/>
          </a:p>
          <a:p>
            <a:r>
              <a:rPr lang="en-US" altLang="zh-CN"/>
              <a:t>Bounded knapsack problem -&gt; 0/1 knapsack</a:t>
            </a:r>
            <a:endParaRPr lang="en-US" altLang="zh-CN"/>
          </a:p>
          <a:p>
            <a:r>
              <a:rPr lang="en-US" altLang="zh-CN"/>
              <a:t>weight: bj*w</a:t>
            </a:r>
            <a:endParaRPr lang="en-US" altLang="zh-CN"/>
          </a:p>
          <a:p>
            <a:r>
              <a:rPr lang="en-US" altLang="zh-CN"/>
              <a:t>value:bj*v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Time Complexity:O(N*V*∑logC)</a:t>
            </a:r>
            <a:endParaRPr lang="en-US" altLang="zh-CN"/>
          </a:p>
          <a:p>
            <a:r>
              <a:rPr lang="en-US" altLang="zh-CN"/>
              <a:t>Space Complexity:O(V)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Method 4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dp[j]=max(dp[j-k*w]+k*v)</a:t>
            </a:r>
            <a:endParaRPr lang="en-US" altLang="zh-CN"/>
          </a:p>
          <a:p>
            <a:r>
              <a:rPr lang="en-US" altLang="zh-CN"/>
              <a:t>dp[j] can only be influenced by dp[j-k*w]</a:t>
            </a:r>
            <a:endParaRPr lang="en-US" altLang="zh-CN"/>
          </a:p>
          <a:p>
            <a:r>
              <a:rPr lang="en-US" altLang="zh-CN"/>
              <a:t>j≡j-kw (mod w)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use j=mod+kw</a:t>
            </a:r>
            <a:endParaRPr lang="en-US" altLang="zh-CN"/>
          </a:p>
          <a:p>
            <a:r>
              <a:rPr lang="en-US" altLang="zh-CN"/>
              <a:t>dp[mod+kw]=max(dp[mod+mw]+(k-m)v)   m</a:t>
            </a:r>
            <a:r>
              <a:rPr lang="en-US" altLang="zh-CN">
                <a:latin typeface="微软雅黑" panose="020B0503020204020204" charset="-122"/>
                <a:cs typeface="微软雅黑" panose="020B0503020204020204" charset="-122"/>
              </a:rPr>
              <a:t>ϵ[k-c,k]</a:t>
            </a:r>
            <a:endParaRPr lang="en-US" altLang="zh-CN"/>
          </a:p>
          <a:p>
            <a:r>
              <a:rPr lang="en-US" altLang="zh-CN"/>
              <a:t>kv is constant (for same i)</a:t>
            </a:r>
            <a:endParaRPr lang="en-US" altLang="zh-CN"/>
          </a:p>
          <a:p>
            <a:r>
              <a:rPr lang="en-US" altLang="zh-CN"/>
              <a:t>dp[j]=kv+</a:t>
            </a:r>
            <a:r>
              <a:rPr lang="en-US" altLang="zh-CN" u="sng"/>
              <a:t>max(dp[mod+mw]-mv)</a:t>
            </a:r>
            <a:endParaRPr lang="en-US" altLang="zh-CN" u="sng"/>
          </a:p>
          <a:p>
            <a:r>
              <a:rPr lang="en-US" altLang="zh-CN"/>
              <a:t>We use monotonic queue to store and q[head] is the max.</a:t>
            </a:r>
            <a:endParaRPr lang="en-US" altLang="zh-CN"/>
          </a:p>
          <a:p>
            <a:r>
              <a:rPr lang="en-US" altLang="zh-CN"/>
              <a:t>Time Complexity:O(N*V)  N*w*(V/w)=N*V</a:t>
            </a:r>
            <a:endParaRPr lang="en-US" altLang="zh-CN"/>
          </a:p>
          <a:p>
            <a:r>
              <a:rPr lang="en-US" altLang="zh-CN"/>
              <a:t>Space Complexity:O(V)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Comparison</a:t>
            </a:r>
            <a:endParaRPr lang="en-US" altLang="zh-CN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2"/>
            </p:custDataLst>
          </p:nvPr>
        </p:nvGraphicFramePr>
        <p:xfrm>
          <a:off x="608400" y="1750115"/>
          <a:ext cx="10969625" cy="2898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3925"/>
                <a:gridCol w="2193925"/>
                <a:gridCol w="2193925"/>
                <a:gridCol w="2193925"/>
                <a:gridCol w="2193925"/>
              </a:tblGrid>
              <a:tr h="784225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Method1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Method2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Method3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Method4</a:t>
                      </a:r>
                      <a:endParaRPr lang="zh-CN" altLang="en-US"/>
                    </a:p>
                  </a:txBody>
                  <a:tcPr/>
                </a:tc>
              </a:tr>
              <a:tr h="10179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Time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O(N*V*∑C)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O(N*V*∑C)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O(N*V*∑logC)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O(N*V)</a:t>
                      </a:r>
                      <a:endParaRPr lang="en-US" altLang="zh-CN"/>
                    </a:p>
                  </a:txBody>
                  <a:tcPr/>
                </a:tc>
              </a:tr>
              <a:tr h="10960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Space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O(N*V)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O(V)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O(V)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O(V)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990800" y="2522520"/>
            <a:ext cx="7768800" cy="766800"/>
          </a:xfrm>
        </p:spPr>
        <p:txBody>
          <a:bodyPr/>
          <a:p>
            <a:pPr algn="ctr"/>
            <a:r>
              <a:rPr lang="en-US" altLang="zh-CN"/>
              <a:t>Thank you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WPS 演示</Application>
  <PresentationFormat>宽屏</PresentationFormat>
  <Paragraphs>82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Method 1</vt:lpstr>
      <vt:lpstr>Method 2</vt:lpstr>
      <vt:lpstr>Method 2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WPS_1719640254</cp:lastModifiedBy>
  <cp:revision>157</cp:revision>
  <dcterms:created xsi:type="dcterms:W3CDTF">2019-06-19T02:08:00Z</dcterms:created>
  <dcterms:modified xsi:type="dcterms:W3CDTF">2025-12-14T17:05:56Z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2D14654A83EC47F4A1FC38321418326E_11</vt:lpwstr>
  </property>
</Properties>
</file>